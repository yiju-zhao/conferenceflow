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Bill Dally: NVIDIA Research </a:t>
            </a:r>
            <a:pPr indent="0" marL="0">
              <a:buNone/>
            </a:pPr>
            <a:r>
              <a:rPr lang="en-US" sz="2200" b="1" dirty="0">
                <a:solidFill>
                  <a:srgbClr val="9A00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三大技术突破</a:t>
            </a:r>
            <a:pPr indent="0" marL="0">
              <a:buNone/>
            </a:pPr>
            <a:r>
              <a:rPr lang="en-US" sz="13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(S82168)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94944"/>
            <a:ext cx="731520" cy="228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6400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高效推理架构 · RLP数据效率 · Groot机器人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868680"/>
            <a:ext cx="5317236" cy="256032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868680"/>
            <a:ext cx="51343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高效推理架构</a:t>
            </a:r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Near-Memory计算 + 低延迟互联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137160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188720"/>
            <a:ext cx="13716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9" name="Shape 7"/>
          <p:cNvSpPr/>
          <p:nvPr/>
        </p:nvSpPr>
        <p:spPr>
          <a:xfrm>
            <a:off x="5865876" y="5838444"/>
            <a:ext cx="137160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0" name="Shape 8"/>
          <p:cNvSpPr/>
          <p:nvPr/>
        </p:nvSpPr>
        <p:spPr>
          <a:xfrm>
            <a:off x="5989320" y="5715000"/>
            <a:ext cx="13716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271016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234440"/>
            <a:ext cx="49971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Decode瓶颈 = 数据搬移：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权重73% / KV 18% / 计算仅9%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(Kimi-K2.5, 256K context, 8 xPU) — “Don't move data”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1682496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645920"/>
            <a:ext cx="49971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分布式SRAM近存计算：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PE紧邻SRAM sense amp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，消除数据搬移 →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10x能效提升</a:t>
            </a:r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(joule/token)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029968"/>
            <a:ext cx="49971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片上通信目标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50ns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：消除队列/路由/仲裁，静态调度，线速传播 (~0.5ns/mm)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2450592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414016"/>
            <a:ext cx="499719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片间通信目标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200ns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：去掉DSP+FEC，纯序列化，降带宽换延迟 (400→2006bps/pair) →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16K tok/s/user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2862072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825496"/>
            <a:ext cx="49971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DRAM堆叠在计算die上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(非HBM)，局部化存储 →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10x tokens/$ 和 tokens/W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3246120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209544"/>
            <a:ext cx="49971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先例：2006 Cray Black Widow YARC路由器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5E5E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&lt;50ns穿越延迟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，证明低延迟互联可行</a:t>
            </a:r>
            <a:endParaRPr lang="en-US" sz="850" dirty="0"/>
          </a:p>
        </p:txBody>
      </p:sp>
      <p:pic>
        <p:nvPicPr>
          <p:cNvPr id="23" name="Image 0" descr="/Users/eason/Documents/HW-Project/Conference/gtc-2026-materials/generated/slide-presentation/image/s82168/sol-llm-inference-decode-needs-to-optimize-for-two-goa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4507992"/>
            <a:ext cx="5134356" cy="1143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7240" y="5669280"/>
            <a:ext cx="51343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 LLM Decode: 各环节能量/延迟分布—通信占据主导 (S82168)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6185916" y="868680"/>
            <a:ext cx="5317236" cy="25603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6" name="Text 23"/>
          <p:cNvSpPr/>
          <p:nvPr/>
        </p:nvSpPr>
        <p:spPr>
          <a:xfrm>
            <a:off x="6277356" y="868680"/>
            <a:ext cx="51343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RLP强化学习预训练</a:t>
            </a:r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数据短缺新解 · Verifier-Free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85916" y="1188720"/>
            <a:ext cx="137160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8" name="Shape 25"/>
          <p:cNvSpPr/>
          <p:nvPr/>
        </p:nvSpPr>
        <p:spPr>
          <a:xfrm>
            <a:off x="6185916" y="1188720"/>
            <a:ext cx="13716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9" name="Shape 26"/>
          <p:cNvSpPr/>
          <p:nvPr/>
        </p:nvSpPr>
        <p:spPr>
          <a:xfrm>
            <a:off x="11365992" y="5838444"/>
            <a:ext cx="137160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0" name="Shape 27"/>
          <p:cNvSpPr/>
          <p:nvPr/>
        </p:nvSpPr>
        <p:spPr>
          <a:xfrm>
            <a:off x="11489436" y="5715000"/>
            <a:ext cx="13716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1" name="Shape 28"/>
          <p:cNvSpPr/>
          <p:nvPr/>
        </p:nvSpPr>
        <p:spPr>
          <a:xfrm>
            <a:off x="6277356" y="1271016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2" name="Text 29"/>
          <p:cNvSpPr/>
          <p:nvPr/>
        </p:nvSpPr>
        <p:spPr>
          <a:xfrm>
            <a:off x="6368796" y="1234440"/>
            <a:ext cx="49971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数据瓶颈：Chinchilla定律~20 token/param，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20-30T token后数据耗尽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，合成数据成本高昂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277356" y="1618488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4" name="Text 31"/>
          <p:cNvSpPr/>
          <p:nvPr/>
        </p:nvSpPr>
        <p:spPr>
          <a:xfrm>
            <a:off x="6368796" y="1581912"/>
            <a:ext cx="49971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RLP机制：预训练中加入CoT self-play，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模型先“思考”再预测next token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信息增益作为dense reward，无需verifier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277356" y="2002536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6" name="Text 33"/>
          <p:cNvSpPr/>
          <p:nvPr/>
        </p:nvSpPr>
        <p:spPr>
          <a:xfrm>
            <a:off x="6368796" y="1965960"/>
            <a:ext cx="49971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效果：仅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250M额外token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Nemotron-12B基座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35%提升</a:t>
            </a:r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(20T基座上)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277356" y="2350008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8" name="Text 35"/>
          <p:cNvSpPr/>
          <p:nvPr/>
        </p:nvSpPr>
        <p:spPr>
          <a:xfrm>
            <a:off x="6368796" y="2313432"/>
            <a:ext cx="49971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跨架构验证：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Qwen3-1.7B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+5.7% (31→36%)  | 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Nemotron2-12B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+18.5% (42.8→61.3%)  | 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Nemotron3-30B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+3.4% (28.9→32.3%)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277356" y="2852928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0" name="Text 37"/>
          <p:cNvSpPr/>
          <p:nvPr/>
        </p:nvSpPr>
        <p:spPr>
          <a:xfrm>
            <a:off x="6368796" y="2816352"/>
            <a:ext cx="49971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增益持久：SFT+RLVR后训练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A00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不被冲掉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Qwen3 base +8% → post-train仍保持+7%；Nemotron Nano同理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277356" y="3236976"/>
            <a:ext cx="36576" cy="3657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2" name="Text 39"/>
          <p:cNvSpPr/>
          <p:nvPr/>
        </p:nvSpPr>
        <p:spPr>
          <a:xfrm>
            <a:off x="6368796" y="3200400"/>
            <a:ext cx="49971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核心优势：每 token dense reward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(r=logP(x|c,τ)-logP(x|c))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，可规模化，无需人工标注</a:t>
            </a:r>
            <a:endParaRPr lang="en-US" sz="850" dirty="0"/>
          </a:p>
        </p:txBody>
      </p:sp>
      <p:pic>
        <p:nvPicPr>
          <p:cNvPr id="43" name="Image 1" descr="/Users/eason/Documents/HW-Project/Conference/gtc-2026-materials/generated/slide-presentation/image/s82168/unlock-pre-trianing-reasoning-with-rl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7356" y="4507992"/>
            <a:ext cx="5134356" cy="114300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277356" y="5669280"/>
            <a:ext cx="51343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RLP跨架构效果：Qwen3/Nemotron2/Nemotron3均显著提升 (S82168)</a:t>
            </a:r>
            <a:endParaRPr lang="en-US" sz="600" dirty="0"/>
          </a:p>
        </p:txBody>
      </p:sp>
      <p:sp>
        <p:nvSpPr>
          <p:cNvPr id="45" name="Shape 41"/>
          <p:cNvSpPr/>
          <p:nvPr/>
        </p:nvSpPr>
        <p:spPr>
          <a:xfrm>
            <a:off x="0" y="5925312"/>
            <a:ext cx="12188952" cy="457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6" name="Shape 42"/>
          <p:cNvSpPr/>
          <p:nvPr/>
        </p:nvSpPr>
        <p:spPr>
          <a:xfrm>
            <a:off x="0" y="5925312"/>
            <a:ext cx="347472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7" name="Text 43"/>
          <p:cNvSpPr/>
          <p:nvPr/>
        </p:nvSpPr>
        <p:spPr>
          <a:xfrm>
            <a:off x="0" y="592531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启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示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76072" y="5925312"/>
            <a:ext cx="11384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Near-memory + 低延迟互联 = </a:t>
            </a:r>
            <a:pPr indent="0" marL="0">
              <a:buNone/>
            </a:pPr>
            <a:r>
              <a:rPr lang="en-US" sz="850" b="1" dirty="0">
                <a:solidFill>
                  <a:srgbClr val="9A00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推理架构必经之路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RLP以250M token撬动35%提升 → </a:t>
            </a:r>
            <a:pPr indent="0" marL="0">
              <a:buNone/>
            </a:pPr>
            <a:r>
              <a:rPr lang="en-US" sz="850" b="1" dirty="0">
                <a:solidFill>
                  <a:srgbClr val="9A00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数据效率 &gt; 数据规模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|  两者均对算力架构设计有直接启示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365760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GTC 2026 Conference Analysis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320040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5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10817352" y="6382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HUAWEI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2026-03-26T03:52:28Z</dcterms:created>
  <dcterms:modified xsi:type="dcterms:W3CDTF">2026-03-26T03:52:28Z</dcterms:modified>
</cp:coreProperties>
</file>